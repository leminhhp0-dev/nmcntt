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7ECF-ECF5-532B-CD17-CD3FB31E9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D8591-C1B7-47C0-0077-AC073F0DD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B24B6-F25B-6055-7E5D-A743FAD2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93E76-12A2-344E-B10A-3554F929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CDBA7-FB7D-046E-AD38-74C1A7CE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7C8E-3184-6782-562C-994CFB88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8367-2919-EFEF-7E41-C21B74C42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6EF3B-6E16-9EF2-9F75-E0010498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90CE5-C116-5A27-79ED-93C2F4B0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4F85F-7706-1274-EE3D-7695AA09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E23B-6A62-7BFD-227D-B420FA72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CE3A3-8A97-3AA9-2F80-989392E8C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EC5F-337F-00A1-756E-9456DE0C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77C2-0C5D-FFC7-7067-38F646E17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50B6B-792F-B87F-D8BC-5800E686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2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B0D6-EDC4-38E4-E381-24CA90F8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1E9E-638D-63DD-75CC-929DCAA7F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046C0-4A64-7CB0-7AE1-826733DA8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85E25-CEAB-0AFA-D677-BCFE321B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070A1-6B6D-C627-036D-0995E7BD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06CED-6FC2-24F6-42F1-7F8215E1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4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7B44-9F08-2D01-54F0-494594281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0016C-DB25-1BB8-0D27-AB356B7E6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81827-4ABB-6747-0944-6B062B510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F7E07-3CC7-0748-CC7E-4B935EFC7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81231-C065-E5F9-36CB-084B81A70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BB92C-CA5A-E8BF-BE66-7CBC5D04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41641-DD90-CC21-EE8E-B3DEF463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E5347-07EC-3D6C-0E82-C0C6EFA5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8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F8FE-7930-4ABB-7907-972E831D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E1DB1-7818-1AF3-F930-C5E3D7F0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85B83-6FD9-8E31-1AC4-DAD33FAA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086D3-1D47-424B-037E-D002065D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2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6D517-696C-F5B3-7D25-A9611C71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9618F-719B-C708-FC21-A26F3BAF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5D1D-32D8-E866-682C-B652DEAD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0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FD06-C7DD-6A96-465A-8FA0967B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1021-97FA-1E5A-D428-00A98143C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F5FB-7C26-0B3D-B08E-8817F40BB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8471-0C23-C34D-F48A-941E3E05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CD377-309B-BED5-0C92-BA451532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8F0C8-B259-D166-C9B0-4481909C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6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FEFD-66D0-EF08-D077-839887C9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5AD51-2133-97DC-D649-70A98D0A32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011E5-2452-E738-8DD1-2B79B55C7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73ECE-D667-C0BC-FF1F-F1FE061C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74C71-DF77-2F9D-E43A-F963E7E7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0F92E-08C0-EC86-BD25-AA431AA7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0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35BD-7968-0C07-AA74-EB3E5900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BD767-9742-2F32-0E7B-451E2BAA3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2C5A6-D1E4-0888-F271-62894661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D34E2-D921-9948-EFAB-F41C0640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1E565-4934-CAD8-AFCC-987538D1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78E11-DD35-293E-75DF-CD753B4A8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9190F-8FB2-D245-3022-C536C0840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A1AF7-D192-7899-4D87-6108D449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D0694-6316-AE9E-68ED-09B35176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DEC2-EE25-19FF-E5DE-A8FF7DF8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9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E22E1-ABB4-DB92-4345-91763B4D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2C40B-93BD-D005-D61C-B346BC1AB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5B49-2341-9996-4404-1C5CCCF0DB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8F235-E93F-4948-A3B0-A2EAFEA647B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01746-7F42-EB0B-472C-58C4E6C73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4FBD4-857A-5977-B185-198304493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8A708-E156-493F-9F49-EB9F2A4F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C1E892-B5BF-664B-F495-85F4B7F06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THÁNG 5/2026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AADC4-3001-AEDA-0805-5F7F75728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6" t="5879" r="88814" b="77347"/>
          <a:stretch>
            <a:fillRect/>
          </a:stretch>
        </p:blipFill>
        <p:spPr>
          <a:xfrm>
            <a:off x="1042219" y="363793"/>
            <a:ext cx="825910" cy="1150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285E08-4620-5EE2-031D-385BC2EF3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33" t="-1" r="-7059" b="-2523"/>
          <a:stretch>
            <a:fillRect/>
          </a:stretch>
        </p:blipFill>
        <p:spPr>
          <a:xfrm>
            <a:off x="6495341" y="0"/>
            <a:ext cx="6615167" cy="70310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B674BB-C844-EF8B-924D-7EAB47597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tx2"/>
                </a:solidFill>
              </a:rPr>
              <a:t>BÁO CÁO LỖ LÃI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EFC8CF-FD18-1681-E7BE-45A2CF516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t="7997" r="74494" b="81352"/>
          <a:stretch>
            <a:fillRect/>
          </a:stretch>
        </p:blipFill>
        <p:spPr>
          <a:xfrm>
            <a:off x="1868129" y="439075"/>
            <a:ext cx="1579646" cy="6832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2D8D13-E129-C0BC-02A6-2863C9B6E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11436" y="1144835"/>
            <a:ext cx="275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Ví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điện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tử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cho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sinh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viên</a:t>
            </a: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4DBB27-0451-9DBB-D3D1-59872D5EC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9" t="72273" r="75302" b="21294"/>
          <a:stretch>
            <a:fillRect/>
          </a:stretch>
        </p:blipFill>
        <p:spPr>
          <a:xfrm>
            <a:off x="1455174" y="4369873"/>
            <a:ext cx="1405390" cy="52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0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B5554-F4AB-B9A9-6E04-06CAC31E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645" y="613042"/>
            <a:ext cx="4609910" cy="12437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Tổng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quan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kết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quả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AE6C4-5E51-982B-577A-55714B6B2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7" t="15857" r="187" b="-15857"/>
          <a:stretch>
            <a:fillRect/>
          </a:stretch>
        </p:blipFill>
        <p:spPr>
          <a:xfrm>
            <a:off x="984645" y="1081548"/>
            <a:ext cx="10515600" cy="682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26B0-5C6D-46C3-2184-2C2C8F86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782" y="365125"/>
            <a:ext cx="8380326" cy="77033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597A1-C1DF-1D05-26C3-EB20EC46F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84" y="0"/>
            <a:ext cx="9887578" cy="687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64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BÁO CÁO LỖ LÃI</vt:lpstr>
      <vt:lpstr>Tổng quan kết quả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Asahi Akami</dc:creator>
  <cp:lastModifiedBy>Asahi Akami</cp:lastModifiedBy>
  <cp:revision>3</cp:revision>
  <dcterms:created xsi:type="dcterms:W3CDTF">2026-10-26T02:22:54Z</dcterms:created>
  <dcterms:modified xsi:type="dcterms:W3CDTF">2026-10-26T02:53:43Z</dcterms:modified>
</cp:coreProperties>
</file>